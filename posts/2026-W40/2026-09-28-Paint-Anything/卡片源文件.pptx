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论文解读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389120" y="502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· 09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给AI画图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加个取色器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493776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C9CB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 Seed 新论文 Paint-Anything：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C9CB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任意色号，精确控色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630936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201F1D"/>
          </a:solidFill>
          <a:ln w="9525">
            <a:solidFill>
              <a:srgbClr val="3A3C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19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24-bit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6949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任意色号输入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14600" y="630936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201F1D"/>
          </a:solidFill>
          <a:ln w="9525">
            <a:solidFill>
              <a:srgbClr val="3A3C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6419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500K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14600" y="6949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训练数据集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630936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201F1D"/>
          </a:solidFill>
          <a:ln w="9525">
            <a:solidFill>
              <a:srgbClr val="3A3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6419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+85.3%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0" y="6949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颜色保真度提升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8503920"/>
            <a:ext cx="5943600" cy="0"/>
          </a:xfrm>
          <a:prstGeom prst="line">
            <a:avLst/>
          </a:prstGeom>
          <a:noFill/>
          <a:ln w="9525">
            <a:solidFill>
              <a:srgbClr val="3A3C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861364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arXiv 2609.20816 · 字节 Seed 技术报告 · 2026-09-17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5B21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PAINT-ANYTHING · 机制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色号是怎么变成画笔的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600200" y="212140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老路的坑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600200" y="267004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精确控色要设计专用颜色表示或特殊推理流程，又重又难维护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3474720"/>
            <a:ext cx="5943600" cy="0"/>
          </a:xfrm>
          <a:prstGeom prst="line">
            <a:avLst/>
          </a:prstGeom>
          <a:noFill/>
          <a:ln w="9525">
            <a:solidFill>
              <a:srgbClr val="ECEC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8444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600200" y="360273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600200" y="4151376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大模型早已把色号和颜色语义关联起来——连紧凑模型都看得懂 #FF6900 是橙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4956048"/>
            <a:ext cx="5943600" cy="0"/>
          </a:xfrm>
          <a:prstGeom prst="line">
            <a:avLst/>
          </a:prstGeom>
          <a:noFill/>
          <a:ln w="9525">
            <a:solidFill>
              <a:srgbClr val="ECEC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506577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1600200" y="508406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hex-prompt 接口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1600200" y="5632704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物体级颜色监督训练出的共享接口，色号直接进提示词，生成与编辑通用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7200" y="6437376"/>
            <a:ext cx="5943600" cy="0"/>
          </a:xfrm>
          <a:prstGeom prst="line">
            <a:avLst/>
          </a:prstGeom>
          <a:noFill/>
          <a:ln w="9525">
            <a:solidFill>
              <a:srgbClr val="ECEC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54710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600200" y="65653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纯色锚点技巧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1600200" y="711403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真实照片受光影影响标注只是近似色——掺入像素与色号完全一致的锚点，且只在高噪声阶段用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7200" y="8183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1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Paint-500K 数据集：定位 + 颜色标注 + 编辑对合成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8641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来源：arXiv 2609.20816（2026-09-17）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5B21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PAINT-ANYTHING · 成绩与边界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色号精确度，涨得很明显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 ACBench 测试（物体级 hex 颜色保真度）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+85.3%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3246120" y="262432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文生图颜色保真度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46120" y="30632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基线为 FLUX.2-4B 自身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813048"/>
            <a:ext cx="5943600" cy="0"/>
          </a:xfrm>
          <a:prstGeom prst="line">
            <a:avLst/>
          </a:prstGeom>
          <a:noFill/>
          <a:ln w="9525">
            <a:solidFill>
              <a:srgbClr val="ECE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99592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+28.3%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246120" y="41056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图像编辑颜色保真度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246120" y="45445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ACBench-Edit，相对基础模型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5294376"/>
            <a:ext cx="5943600" cy="0"/>
          </a:xfrm>
          <a:prstGeom prst="line">
            <a:avLst/>
          </a:prstGeom>
          <a:noFill/>
          <a:ln w="9525">
            <a:solidFill>
              <a:srgbClr val="ECEC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5477256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3246120" y="558698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 CompColor 分数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246120" y="602589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在对比方法中居首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0" y="7132320"/>
            <a:ext cx="6858000" cy="1143000"/>
          </a:xfrm>
          <a:prstGeom prst="rect">
            <a:avLst/>
          </a:prstGeom>
          <a:solidFill>
            <a:srgbClr val="F1EAF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729691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三点说清楚：自建评测 · 基线是自己 · 生产待验证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57200" y="7726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对设计师真正重要的是「能不能进生产流程」，这要上手试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8641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来源：arXiv 2609.20816（字节 Seed）· 对比方法范围见原文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Paint-Anything 小红书卡片</dc:title>
  <dc:subject>PptxGenJS Presentation</dc:subject>
  <dc:creator>Z.ai</dc:creator>
  <cp:lastModifiedBy>Z.ai</cp:lastModifiedBy>
  <cp:revision>1</cp:revision>
  <dcterms:created xsi:type="dcterms:W3CDTF">2026-09-28T07:21:49Z</dcterms:created>
  <dcterms:modified xsi:type="dcterms:W3CDTF">2026-09-28T07:21:49Z</dcterms:modified>
</cp:coreProperties>
</file>