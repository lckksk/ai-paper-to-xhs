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从代码里挖出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百万条技能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蚂蚁国际新论文 Code2Skill：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的教材自动生成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通过验证的技能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19,769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个开源仓库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平均性能提升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2609.05571 · 蚂蚁国际 · 2026-09-04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5F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CODE2SKILL · 怎么挖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老路走不通，答案在代码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两条老路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在特定环境里试错攒经验——换环境归零；从文档提取——纸上谈兵没证据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换个思路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能跑起来的源代码，本身就是「怎么把这件事做成」的可执行证据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自动挖矿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代码单元转成三类技能记录：原子操作、复合工作流、重复模式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盲源重构验证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不看源码重写出实现，与原版对比——对得上，这条技能才算数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F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19,769 个仓库 → 1,006,822 条通过验证的技能记录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 2609.05571（2026-09-04）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5F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CODE2SKILL · 成绩单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技能喂进去，成绩涨上来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项协议匹配评估：9 种模型设置 × 8 个基准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+11.7%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46120" y="2624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平均性能提升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 个案例超过基线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46120" y="41056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共享基准全胜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4544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全部优于轨迹衍生的技能库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5294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7725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93.5%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246120" y="55869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代码技能通过率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6120" y="60258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人类代码为 93.00%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EA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公允起见：评估协议是作者定义的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技能库的价值也依赖检索质量——百万条里怎么捞对那条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 2609.05571（蚂蚁国际）· 具体基准数字见原文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Code2Skill 小红书卡片</dc:title>
  <dc:subject>PptxGenJS Presentation</dc:subject>
  <dc:creator>Z.ai</dc:creator>
  <cp:lastModifiedBy>Z.ai</cp:lastModifiedBy>
  <cp:revision>1</cp:revision>
  <dcterms:created xsi:type="dcterms:W3CDTF">2026-09-28T07:21:09Z</dcterms:created>
  <dcterms:modified xsi:type="dcterms:W3CDTF">2026-09-28T07:21:09Z</dcterms:modified>
</cp:coreProperties>
</file>