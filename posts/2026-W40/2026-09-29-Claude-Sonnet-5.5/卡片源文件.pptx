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Sonnet 5.5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反超自家旗舰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家族第二款模型：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多数工作达 Opus 水平，定价减半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70.6%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Terminal-Bench 4.0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1844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GDPval-AA Elo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vs Opus 5.5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· 2026-09-28 · 全平台可用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SONNET 5.5 · 数据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中档的反超，数字都在这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反超旗舰的编程分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Terminal-Bench 4.0 拿下 70.6%，自家旗舰 Opus 5.5 为 66.4%；Sonnet 5 仅 10.3%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知识工作差 2 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GDPval-AA 拿 1844 分，旗舰 1846——44 种职业的真实工作评测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十分之一的成本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多数基准 Low/Medium 档即超 Sonnet 5 最佳成绩（AA-Briefcase 约 1/9）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真实构建追平旗舰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Base44 实测 118 次应用构建追平 Opus 5，平均迭代 3.6 次 vs 7.7 次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顺带：首个仅凭截图通关《宝可梦 红》的 Sonnet 模型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来源：Anthropic（2026-09-28）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SONNET 5.5 · 说清楚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三点说清楚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「反超旗舰」之外，这三件事也要知道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00200" y="23957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复杂工作仍用 Opus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官方口径没变：需要审慎判断的工作交给旗舰——分数接近不等于整体替换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587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600200" y="38770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高强度档有波动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442569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FrontierCode 的 Max 档反而更低，官方自披露：code-review 子代理超时所致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523036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3400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600200" y="53583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自家参与口径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590702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多篇基准为 Anthropic 参与的评测；GPT-6 Sol 在多数对应项未报告分数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F5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本周第二家：中档打旗舰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前天 GPT-6 Sol 同款剧情，旗舰护城河正被自家中档填平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来源：Anthropic（09-28）· 分数为官方自报口径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Sonnet 5.5 小红书卡片</dc:title>
  <dc:subject>PptxGenJS Presentation</dc:subject>
  <dc:creator>Z.ai</dc:creator>
  <cp:lastModifiedBy>Z.ai</cp:lastModifiedBy>
  <cp:revision>1</cp:revision>
  <dcterms:created xsi:type="dcterms:W3CDTF">2026-09-29T01:19:42Z</dcterms:created>
  <dcterms:modified xsi:type="dcterms:W3CDTF">2026-09-29T01:19:42Z</dcterms:modified>
</cp:coreProperties>
</file>