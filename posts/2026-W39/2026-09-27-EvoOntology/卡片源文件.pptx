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论文解读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389120" y="502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· 09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一本会进化的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数据说明书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49377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C9CB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人大团队新论文 EvoOntology：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C9CB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 AI 数据 Agent 的老毛病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6309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01F1D"/>
          </a:solidFill>
          <a:ln w="9525">
            <a:solidFill>
              <a:srgbClr val="3A3C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19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6949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数据基准测试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6309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01F1D"/>
          </a:solidFill>
          <a:ln w="9525">
            <a:solidFill>
              <a:srgbClr val="3A3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6419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14600" y="6949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种底层模型验证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6309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01F1D"/>
          </a:solidFill>
          <a:ln w="9525">
            <a:solidFill>
              <a:srgbClr val="3A3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6419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6949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即插即用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8503920"/>
            <a:ext cx="5943600" cy="0"/>
          </a:xfrm>
          <a:prstGeom prst="line">
            <a:avLst/>
          </a:prstGeom>
          <a:noFill/>
          <a:ln w="9525">
            <a:solidFill>
              <a:srgbClr val="3A3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86136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arXiv 2609.15779 · RUC-DataLab · 代码开源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62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EVOONTOLOGY · 方案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老毛病，新解法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600200" y="21214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病根在哪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600200" y="267004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数据在 AI 的「脑子」外面，它只能靠列名和路径猜——学名叫 agent-data gap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474720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844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600200" y="360273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老路不通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600200" y="4151376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自己探索原始数据太慢；手写说明书塞进 prompt 又贵又脆，数据一变就作废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4956048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506577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600200" y="508406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装上说明书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600200" y="563270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本体层封装成 MCP 服务器，三层结构：表结构、取值内容、工具用法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6437376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4710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600200" y="65653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即插即用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600200" y="711403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干活时实时查手册，而不是把所有东西一次性塞进 prompt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8183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62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个基准 × 4 种底层模型，持续领先强基线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8641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来源：arXiv 2609.15779（2026-09-14）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62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EVOONTOLOGY · 自进化与边界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说明书自己会进化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用得越多越准，但每一步修改都设了门槛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600200" y="25328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builder agent 当编辑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308152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自动构建本体，并负责后续的修订与升级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886200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9592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600200" y="401421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归因引导的类型化编辑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456285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修改有归因、有类型，不是乱改（官方机制名）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5367528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547725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1600200" y="549554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成对评估卡门槛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00200" y="604418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同一道题新旧版本各做一遍，新版赢了才被采纳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0" y="7132320"/>
            <a:ext cx="6858000" cy="1143000"/>
          </a:xfrm>
          <a:prstGeom prst="rect">
            <a:avLst/>
          </a:prstGeom>
          <a:solidFill>
            <a:srgbClr val="F9EDE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729691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公允起见：评估体系是作者自建的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57200" y="7726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能否长期拦住坏修改，要看真实使用的检验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8641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来源：arXiv 2609.15779（RUC-DataLab）· 具体基准数字见原文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EvoOntology 小红书卡片</dc:title>
  <dc:subject>PptxGenJS Presentation</dc:subject>
  <dc:creator>Z.ai</dc:creator>
  <cp:lastModifiedBy>Z.ai</cp:lastModifiedBy>
  <cp:revision>1</cp:revision>
  <dcterms:created xsi:type="dcterms:W3CDTF">2026-09-27T03:07:23Z</dcterms:created>
  <dcterms:modified xsi:type="dcterms:W3CDTF">2026-09-27T03:07:23Z</dcterms:modified>
</cp:coreProperties>
</file>