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论文解读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38912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· 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AI自己出题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自己判卷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小米新论文：只用代码本身，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C9CB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自动造出 AI 编程训练题库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五大编程基准，全部上涨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70225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+8.5%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740664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B347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7955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终端操作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6839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+11.7%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28800" y="7223760"/>
            <a:ext cx="1051560" cy="658368"/>
          </a:xfrm>
          <a:prstGeom prst="roundRect">
            <a:avLst>
              <a:gd name="adj" fmla="val 8333"/>
            </a:avLst>
          </a:prstGeom>
          <a:solidFill>
            <a:srgbClr val="B34700"/>
          </a:solidFill>
          <a:ln/>
        </p:spPr>
      </p:sp>
      <p:sp>
        <p:nvSpPr>
          <p:cNvPr id="13" name="Text 11"/>
          <p:cNvSpPr/>
          <p:nvPr/>
        </p:nvSpPr>
        <p:spPr>
          <a:xfrm>
            <a:off x="1783080" y="7955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 bug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6547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+17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54680" y="6931152"/>
            <a:ext cx="1051560" cy="950976"/>
          </a:xfrm>
          <a:prstGeom prst="roundRect">
            <a:avLst>
              <a:gd name="adj" fmla="val 5769"/>
            </a:avLst>
          </a:prstGeom>
          <a:solidFill>
            <a:srgbClr val="FF6900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79552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从零写程序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8503920"/>
            <a:ext cx="5943600" cy="0"/>
          </a:xfrm>
          <a:prstGeom prst="line">
            <a:avLst/>
          </a:prstGeom>
          <a:noFill/>
          <a:ln w="9525">
            <a:solidFill>
              <a:srgbClr val="3A3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86136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arXiv 2609.22068 · 小米 MiMo × 北大 × 港大 × 人大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CODEMIDAS · 方法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它是怎么做到的？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00200" y="21214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挖空出题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600200" y="267004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通读开源项目，把一个完整功能的实现挖掉，剩下的代码库就是题目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844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00200" y="36027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真实判卷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60020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按功能写测试，判分标准取自原版代码的真实运行结果，不是 AI 拍脑袋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956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06577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600200" y="508406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防误判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600200" y="563270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逐条审查测试，删掉题目没要求的苛刻限制，不冤枉正确解法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6437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4710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600200" y="6565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防作弊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600200" y="711403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专门派一个「作弊 Agent」翻遍环境找泄漏的答案，能走后门的题作废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8183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最终留下 5,545 道题 · 覆盖 3,185 个开源项目 · 23 种语言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来源：CodeMidas（arXiv 2609.22068）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CODEMIDAS · 效果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训练后，五个基准全涨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用这批题强化学习训练小米 MiMo-V2.5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+11.7%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46120" y="26243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 bug · DeepSWE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46120" y="3063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10.0% → 21.7%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813048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+17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46120" y="41056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从零写程序 · ProgramBench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46120" y="4544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→ 21.5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294376"/>
            <a:ext cx="5943600" cy="0"/>
          </a:xfrm>
          <a:prstGeom prst="line">
            <a:avLst/>
          </a:prstGeom>
          <a:noFill/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47725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+8.5%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246120" y="558698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终端操作 · Terminal-Bench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46120" y="60258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63.7% → 72.2%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7132320"/>
            <a:ext cx="6858000" cy="1143000"/>
          </a:xfrm>
          <a:prstGeom prst="rect">
            <a:avLst/>
          </a:prstGeom>
          <a:solidFill>
            <a:srgbClr val="FFF1E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72969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0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精筛 3,000 题 ＞ 未清洗 8,000 题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" y="7726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AI 和人一样：刷烂题，不如精做好题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8641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来源：CodeMidas（arXiv 2609.22068）· 另两基准同步提升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CodeMidas 小红书卡片</dc:title>
  <dc:subject>PptxGenJS Presentation</dc:subject>
  <dc:creator>Z.ai</dc:creator>
  <cp:lastModifiedBy>Z.ai</cp:lastModifiedBy>
  <cp:revision>1</cp:revision>
  <dcterms:created xsi:type="dcterms:W3CDTF">2026-09-26T09:57:53Z</dcterms:created>
  <dcterms:modified xsi:type="dcterms:W3CDTF">2026-09-26T09:57:53Z</dcterms:modified>
</cp:coreProperties>
</file>