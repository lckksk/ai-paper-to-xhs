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论文解读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3891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API定价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直接腰斩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GPT-6 Sol 与 Luna 发布：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 -50%，缓存读取 1 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-50%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定价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-90%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缓存读取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对手每任务成本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8503920"/>
            <a:ext cx="5943600" cy="0"/>
          </a:xfrm>
          <a:prstGeom prst="line">
            <a:avLst/>
          </a:prstGeom>
          <a:noFill/>
          <a:ln w="9525">
            <a:solidFill>
              <a:srgbClr val="3A3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8613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Newsroom · 09-22 · ChatGPT Work 与 Codex 可用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GPT-6 · 价格与实绩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腰斩之后，分数反而更高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00200" y="2121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定价腰斩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600200" y="2670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Sol：输入 $4→$2、输出 $20→$10（每百万 token），对比 GPT-5.6 促销价 -50%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844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00200" y="36027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AutomationBench 33.2%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41513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个工具的真实业务流测试；Opus 5 满血档 26.9%，每任务成本是 Sol 的 11 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06577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600200" y="50840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DeepSWE 68.8%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563270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 Fable 5 最高分 1.1pp、成本省 80%；Luna 66.6% ≈ Opus 5，成本只要 7%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6437376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600200" y="6565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错误率减半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600200" y="7114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内部事实性评测：Sol 约为前代一半，接近旗舰 Astra 的可靠性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8183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缓存读取 1 折：Agent 场景的大头开销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来源：OpenAI Newsroom（2026-09-22）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GPT-6 · 说清楚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三点说清楚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分数很猛，但这三件事得先讲明白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600200" y="23957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困难场景评测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600200" y="29443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分数来自刻意刁难的任务，官方明说：不代表日常使用中的失败率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5876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600200" y="38770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兜底成本没算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600200" y="442569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Fable 5.1 的成本对比未计其 Opus 5 兜底调用——官方注释承认约四成任务触发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523036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34009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600200" y="535838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内部口径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1600200" y="590702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「错误率减半」来自 OpenAI 内部事实性评测，不是公开第三方基准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7132320"/>
            <a:ext cx="6858000" cy="114300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72969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同一天：Claude 降四成，GPT-6 直接腰斩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" y="7726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价格战开打，受益的是所有拿 API 干活的人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来源：OpenAI Newsroom（09-22）· 分数为官方自报口径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GPT-6 Sol Luna 小红书卡片</dc:title>
  <dc:subject>PptxGenJS Presentation</dc:subject>
  <dc:creator>Z.ai</dc:creator>
  <cp:lastModifiedBy>Z.ai</cp:lastModifiedBy>
  <cp:revision>1</cp:revision>
  <dcterms:created xsi:type="dcterms:W3CDTF">2026-09-27T02:41:48Z</dcterms:created>
  <dcterms:modified xsi:type="dcterms:W3CDTF">2026-09-27T02:41:48Z</dcterms:modified>
</cp:coreProperties>
</file>