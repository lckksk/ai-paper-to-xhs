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自己发现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新酶系统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C9C7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× Arc Institute × Stanford，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C9C7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合作研究登上 Science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≈21h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从数据到发现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未被记录的新系统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6309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01F1D"/>
          </a:solidFill>
          <a:ln w="9525">
            <a:solidFill>
              <a:srgbClr val="3A3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6419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Science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6949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顶刊发表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Newsroom · 2026-09-23 · 发现于细菌 DNA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× SCIENCE · 过程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这次是怎么发生的？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只给高层方向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科学家不给先验知识，Claude 自主研究细菌基因组数据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21 小时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从海量基因组数据中锁定一个结构类似 CRISPR 的新系统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连功能一起推断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不只找到序列，还给出了这个系统是干什么的假设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人类负责验证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 Institute 与 Stanford 合作验证，成果登上 Science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发现于细菌 DNA：限制酶、Taq、CRISPR 都出自这里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 Newsroom（2026-09-23）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× SCIENCE · 意义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为什么值得在意？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的角色，从工具变成了发现者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46120" y="2624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从数据到发现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据报道，仅给高层方向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46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此前未被记录的酶系统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类似 CRISPR，出自细菌 DNA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5294376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Science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46120" y="55869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发表背书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6025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09-23，与 Arc、Stanford 合作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范式变化：假设由 AI 提出，人类负责验证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限制酶、Taq、CRISPR 之后的下一个，可能由 AI 先指出来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 Newsroom（09-23）·「新基因编辑」为潜力判断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酶发现 小红书卡片</dc:title>
  <dc:subject>PptxGenJS Presentation</dc:subject>
  <dc:creator>Z.ai</dc:creator>
  <cp:lastModifiedBy>Z.ai</cp:lastModifiedBy>
  <cp:revision>1</cp:revision>
  <dcterms:created xsi:type="dcterms:W3CDTF">2026-09-26T10:59:42Z</dcterms:created>
  <dcterms:modified xsi:type="dcterms:W3CDTF">2026-09-26T10:59:42Z</dcterms:modified>
</cp:coreProperties>
</file>