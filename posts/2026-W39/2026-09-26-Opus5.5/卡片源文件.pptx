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9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论文解读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389120" y="502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C9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· 09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5943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打平旗舰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5943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便宜四成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457200" y="493776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C9C7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Opus 5.5 发布：缓存降价 60%，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C9C7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输出提速 30%，运行成本省 40%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1722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运行成本对比 Opus 5（典型负载）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71780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-20%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7562088"/>
            <a:ext cx="1051560" cy="320040"/>
          </a:xfrm>
          <a:prstGeom prst="roundRect">
            <a:avLst>
              <a:gd name="adj" fmla="val 17143"/>
            </a:avLst>
          </a:prstGeom>
          <a:solidFill>
            <a:srgbClr val="8F584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79552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9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单价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783080" y="685800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-40%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828800" y="7242048"/>
            <a:ext cx="1051560" cy="640080"/>
          </a:xfrm>
          <a:prstGeom prst="roundRect">
            <a:avLst>
              <a:gd name="adj" fmla="val 8571"/>
            </a:avLst>
          </a:prstGeom>
          <a:solidFill>
            <a:srgbClr val="8F5844"/>
          </a:solidFill>
          <a:ln/>
        </p:spPr>
      </p:sp>
      <p:sp>
        <p:nvSpPr>
          <p:cNvPr id="13" name="Text 11"/>
          <p:cNvSpPr/>
          <p:nvPr/>
        </p:nvSpPr>
        <p:spPr>
          <a:xfrm>
            <a:off x="1783080" y="79552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9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典型负载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08960" y="653796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-60%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154680" y="6922008"/>
            <a:ext cx="1051560" cy="960120"/>
          </a:xfrm>
          <a:prstGeom prst="roundRect">
            <a:avLst>
              <a:gd name="adj" fmla="val 5714"/>
            </a:avLst>
          </a:prstGeom>
          <a:solidFill>
            <a:srgbClr val="CC785C"/>
          </a:solidFill>
          <a:ln/>
        </p:spPr>
      </p:sp>
      <p:sp>
        <p:nvSpPr>
          <p:cNvPr id="16" name="Text 14"/>
          <p:cNvSpPr/>
          <p:nvPr/>
        </p:nvSpPr>
        <p:spPr>
          <a:xfrm>
            <a:off x="3108960" y="79552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9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缓存读取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8503920"/>
            <a:ext cx="5943600" cy="0"/>
          </a:xfrm>
          <a:prstGeom prst="line">
            <a:avLst/>
          </a:prstGeom>
          <a:noFill/>
          <a:ln w="9525">
            <a:solidFill>
              <a:srgbClr val="3A39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861364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9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 Newsroom · 2026-09-22 · 全平台可用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A85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OPUS 5.5 · 编程实绩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便宜四成，活儿怎么样？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600200" y="212140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一天，68 万行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600200" y="267004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6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早期测试者用它在一天内完成整库代码迁移，工程团队原本要几周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474720"/>
            <a:ext cx="5943600" cy="0"/>
          </a:xfrm>
          <a:prstGeom prst="line">
            <a:avLst/>
          </a:prstGeom>
          <a:noFill/>
          <a:ln w="9525">
            <a:solidFill>
              <a:srgbClr val="ECEA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8444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600200" y="360273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小时，20 万行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600200" y="4151376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6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审计并修复 20 万行代码库；Opus 5 要 20 多个小时、2.5 倍 token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4956048"/>
            <a:ext cx="5943600" cy="0"/>
          </a:xfrm>
          <a:prstGeom prst="line">
            <a:avLst/>
          </a:prstGeom>
          <a:noFill/>
          <a:ln w="9525">
            <a:solidFill>
              <a:srgbClr val="ECEA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5065776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1600200" y="508406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HAProxy 转译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1600200" y="5632704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6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转 Rust 通过几乎全部官方回归测试，比 Fable 5.1 快且省 51%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6437376"/>
            <a:ext cx="5943600" cy="0"/>
          </a:xfrm>
          <a:prstGeom prst="line">
            <a:avLst/>
          </a:prstGeom>
          <a:noFill/>
          <a:ln w="9525">
            <a:solidFill>
              <a:srgbClr val="ECEA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54710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1600200" y="656539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四分之一的成本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1600200" y="7114032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6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FrontierCode 默认档打败 GPT-6 Astra，每任务成本约其五分之一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81838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实测：token 与步数最少，步数不到一半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8641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来源：Anthropic Newsroom（2026-09-22）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A85B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OPUS 5.5 · 成绩单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能力这块，数字说话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九项基准七项第一（对手含 Fable 5.1、GPT-6 Astra）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66.4%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246120" y="262432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Terminal-Bench 4.0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46120" y="30632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Fable 5.1 为 55.8%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813048"/>
            <a:ext cx="5943600" cy="0"/>
          </a:xfrm>
          <a:prstGeom prst="line">
            <a:avLst/>
          </a:prstGeom>
          <a:noFill/>
          <a:ln w="9525">
            <a:solidFill>
              <a:srgbClr val="ECEA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99592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1846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246120" y="410565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GDPval-AA Elo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246120" y="45445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 种职业真实工作评测，三家最高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5294376"/>
            <a:ext cx="5943600" cy="0"/>
          </a:xfrm>
          <a:prstGeom prst="line">
            <a:avLst/>
          </a:prstGeom>
          <a:noFill/>
          <a:ln w="9525">
            <a:solidFill>
              <a:srgbClr val="ECEA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5477256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C78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16/18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3246120" y="5586984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深度报告过质量线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246120" y="602589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Fable 5.1 与 Opus 5 均为 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0" y="7132320"/>
            <a:ext cx="6858000" cy="1143000"/>
          </a:xfrm>
          <a:prstGeom prst="rect">
            <a:avLst/>
          </a:prstGeom>
          <a:solidFill>
            <a:srgbClr val="F5EDE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729691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1E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官方自曝：跑分差距，已不代表真实差距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57200" y="77266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Anthropic：实际使用中 5.5 与 Fable 5.1 的差距比表格小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8641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来源：Anthropic Newsroom（2026-09-22）· 两项基准 Astra 更高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Opus 5.5 小红书卡片</dc:title>
  <dc:subject>PptxGenJS Presentation</dc:subject>
  <dc:creator>Z.ai</dc:creator>
  <cp:lastModifiedBy>Z.ai</cp:lastModifiedBy>
  <cp:revision>1</cp:revision>
  <dcterms:created xsi:type="dcterms:W3CDTF">2026-09-26T09:58:35Z</dcterms:created>
  <dcterms:modified xsi:type="dcterms:W3CDTF">2026-09-26T09:58:35Z</dcterms:modified>
</cp:coreProperties>
</file>